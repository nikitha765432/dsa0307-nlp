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57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F4F9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Efficient Regular</a:t>
            </a:r>
            <a:endParaRPr lang="en-US" sz="4000" dirty="0"/>
          </a:p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 Patterns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Information Extraction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51639" y="427901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</a:t>
            </a: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DSA0307:-Natural Language 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0" y="556069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T.Nikhitha-192424114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SIMATS ENGINEERING —Programs Offered">
            <a:extLst>
              <a:ext uri="{FF2B5EF4-FFF2-40B4-BE49-F238E27FC236}">
                <a16:creationId xmlns:a16="http://schemas.microsoft.com/office/drawing/2014/main" id="{5BB929FE-66D7-176A-5BFB-A3B9DD61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9" y="326353"/>
            <a:ext cx="10893552" cy="972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Regex-Based Information Extraction?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Information Extraction (IE)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structured facts — names, dates, emails, amounts — out of unstructured 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 expressions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 as lightweight, rule-based pattern matchers — often the first-pass layer before statistical or neural models.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9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86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regex still matters in NLP pipelines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22452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Fast, deterministic, and interpretable — ideal for well-formatted fields (IDs, dates, codes) where a full ML model is overkill.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1947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logs, 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0" y="27889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972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0" y="40690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 ID, amount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Efficient Regex Patterns for Information Extraction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Efficient Pattern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099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Specific, Not Generic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 the narrowest structure that satisfies the task — prefer \d{3}-\d{4} over a bare .* wildcard.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17099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Whenever Possible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^ , $ , and word boundaries (\b) to stop the engine scanning positions that can never match.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361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Nested Quantifiers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Patterns like (a+)+ trigger catastrophic backtracking; flatten or possessive-quantify instead.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52360" y="4361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Precompile &amp; Reuse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5120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Compile patterns once outside loops so the engine builds its match automaton a single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Efficient Regex Patterns for Information Extraction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Patterns for Field Extraction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E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03320" y="2002536"/>
            <a:ext cx="7726680" cy="704088"/>
          </a:xfrm>
          <a:prstGeom prst="roundRect">
            <a:avLst>
              <a:gd name="adj" fmla="val 7792"/>
            </a:avLst>
          </a:prstGeom>
          <a:solidFill>
            <a:srgbClr val="0E2A2A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2002536"/>
            <a:ext cx="7406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[\w.+-]+@[\w-]+\.[A-Za-z]{2,}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960120"/>
          </a:xfrm>
          <a:prstGeom prst="rect">
            <a:avLst/>
          </a:prstGeom>
          <a:solidFill>
            <a:srgbClr val="F4F9F8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(DD-MM-YYYY)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703320" y="2962656"/>
            <a:ext cx="7726680" cy="704088"/>
          </a:xfrm>
          <a:prstGeom prst="roundRect">
            <a:avLst>
              <a:gd name="adj" fmla="val 7792"/>
            </a:avLst>
          </a:prstGeom>
          <a:solidFill>
            <a:srgbClr val="0E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2962656"/>
            <a:ext cx="7406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\b(0[1-9]|[12]\d|3[01])-(0[1-9]|1[0-2])-\d{4}\b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phone number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703320" y="3922776"/>
            <a:ext cx="7726680" cy="704088"/>
          </a:xfrm>
          <a:prstGeom prst="roundRect">
            <a:avLst>
              <a:gd name="adj" fmla="val 7792"/>
            </a:avLst>
          </a:prstGeom>
          <a:solidFill>
            <a:srgbClr val="0E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3922776"/>
            <a:ext cx="7406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\b[6-9]\d{9}\b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64240" cy="960120"/>
          </a:xfrm>
          <a:prstGeom prst="rect">
            <a:avLst/>
          </a:prstGeom>
          <a:solidFill>
            <a:srgbClr val="F4F9F8"/>
          </a:solidFill>
          <a:ln w="9525">
            <a:solidFill>
              <a:srgbClr val="E3E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548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amount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03320" y="4882896"/>
            <a:ext cx="7726680" cy="704088"/>
          </a:xfrm>
          <a:prstGeom prst="roundRect">
            <a:avLst>
              <a:gd name="adj" fmla="val 7792"/>
            </a:avLst>
          </a:prstGeom>
          <a:solidFill>
            <a:srgbClr val="0E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4882896"/>
            <a:ext cx="7406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\u20B9\s?\d{1,3}(,\d{2,3})*(\.\d{1,2})?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Efficient Regex Patterns for Information Extraction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Pitfalls to Avoid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Catastrophic backtracking happens when nested or overlapping quantifiers force the engine to try exponentially many paths before failing.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0E2A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^(a+)+$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Nested quantifiers re-explore overlapping ways to split the same characters — runtime can blow up on long inputs.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9F8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292608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0E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260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^a+$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8404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flat quantifier matches in one linear pass — same result, no repeated exploration.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Efficient Regex Patterns for Information Extraction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120640"/>
            <a:ext cx="2926080" cy="2926080"/>
          </a:xfrm>
          <a:prstGeom prst="ellipse">
            <a:avLst/>
          </a:prstGeom>
          <a:solidFill>
            <a:srgbClr val="F4F9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 regex design keeps information extraction fast, predictable, and easy to maintain</a:t>
            </a: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9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677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narrow, specific patterns instead of broad wildcards — precision improves both speed and 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9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36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Anchor and bound matches (^, $, \b) so the engine never scans positions that cannot succeed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050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Eliminate nested or ambiguous quantifiers to avoid catastrophic backtracking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4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846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Precompile and reuse patterns, and benchmark them on realistic, adversarial inputs before deployment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486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thangella nikhitha</cp:lastModifiedBy>
  <cp:revision>2</cp:revision>
  <dcterms:created xsi:type="dcterms:W3CDTF">2026-07-24T16:29:16Z</dcterms:created>
  <dcterms:modified xsi:type="dcterms:W3CDTF">2026-07-24T17:00:14Z</dcterms:modified>
</cp:coreProperties>
</file>