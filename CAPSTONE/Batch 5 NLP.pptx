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57" r:id="rId4"/>
    <p:sldId id="265" r:id="rId5"/>
    <p:sldId id="276" r:id="rId6"/>
    <p:sldId id="277" r:id="rId7"/>
    <p:sldId id="278" r:id="rId8"/>
    <p:sldId id="275" r:id="rId9"/>
    <p:sldId id="260" r:id="rId10"/>
    <p:sldId id="270" r:id="rId11"/>
    <p:sldId id="261" r:id="rId12"/>
    <p:sldId id="271" r:id="rId13"/>
    <p:sldId id="262" r:id="rId14"/>
    <p:sldId id="272" r:id="rId15"/>
    <p:sldId id="263" r:id="rId16"/>
    <p:sldId id="273" r:id="rId17"/>
    <p:sldId id="264" r:id="rId18"/>
    <p:sldId id="274" r:id="rId19"/>
    <p:sldId id="269" r:id="rId20"/>
    <p:sldId id="267" r:id="rId21"/>
    <p:sldId id="268" r:id="rId22"/>
    <p:sldId id="26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DC2595-C318-4792-BC14-76655A7B4C87}" v="31" dt="2026-08-25T02:40:50.5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eona J" userId="dd1893e4fd440272" providerId="LiveId" clId="{781343A5-CF85-4AEB-830E-70ACF071EC7C}"/>
    <pc:docChg chg="undo custSel addSld modSld sldOrd">
      <pc:chgData name="Rieona J" userId="dd1893e4fd440272" providerId="LiveId" clId="{781343A5-CF85-4AEB-830E-70ACF071EC7C}" dt="2026-08-25T02:57:05.646" v="320" actId="14100"/>
      <pc:docMkLst>
        <pc:docMk/>
      </pc:docMkLst>
      <pc:sldChg chg="modSp mod">
        <pc:chgData name="Rieona J" userId="dd1893e4fd440272" providerId="LiveId" clId="{781343A5-CF85-4AEB-830E-70ACF071EC7C}" dt="2026-08-24T16:00:51.479" v="10" actId="20577"/>
        <pc:sldMkLst>
          <pc:docMk/>
          <pc:sldMk cId="2243411474" sldId="256"/>
        </pc:sldMkLst>
        <pc:spChg chg="mod">
          <ac:chgData name="Rieona J" userId="dd1893e4fd440272" providerId="LiveId" clId="{781343A5-CF85-4AEB-830E-70ACF071EC7C}" dt="2026-08-24T16:00:51.479" v="10" actId="20577"/>
          <ac:spMkLst>
            <pc:docMk/>
            <pc:sldMk cId="2243411474" sldId="256"/>
            <ac:spMk id="7" creationId="{2B1F029A-9B98-7413-10ED-BB870DA7F75D}"/>
          </ac:spMkLst>
        </pc:spChg>
      </pc:sldChg>
      <pc:sldChg chg="modSp mod">
        <pc:chgData name="Rieona J" userId="dd1893e4fd440272" providerId="LiveId" clId="{781343A5-CF85-4AEB-830E-70ACF071EC7C}" dt="2026-08-25T02:34:38.620" v="166" actId="123"/>
        <pc:sldMkLst>
          <pc:docMk/>
          <pc:sldMk cId="2899227046" sldId="258"/>
        </pc:sldMkLst>
        <pc:spChg chg="mod">
          <ac:chgData name="Rieona J" userId="dd1893e4fd440272" providerId="LiveId" clId="{781343A5-CF85-4AEB-830E-70ACF071EC7C}" dt="2026-08-25T02:34:38.620" v="166" actId="123"/>
          <ac:spMkLst>
            <pc:docMk/>
            <pc:sldMk cId="2899227046" sldId="258"/>
            <ac:spMk id="3" creationId="{256F3851-4B07-5B06-8748-328568B808DF}"/>
          </ac:spMkLst>
        </pc:spChg>
      </pc:sldChg>
      <pc:sldChg chg="modSp mod">
        <pc:chgData name="Rieona J" userId="dd1893e4fd440272" providerId="LiveId" clId="{781343A5-CF85-4AEB-830E-70ACF071EC7C}" dt="2026-08-25T02:34:16.519" v="161" actId="1076"/>
        <pc:sldMkLst>
          <pc:docMk/>
          <pc:sldMk cId="2348431223" sldId="259"/>
        </pc:sldMkLst>
        <pc:spChg chg="mod">
          <ac:chgData name="Rieona J" userId="dd1893e4fd440272" providerId="LiveId" clId="{781343A5-CF85-4AEB-830E-70ACF071EC7C}" dt="2026-08-25T02:34:16.519" v="161" actId="1076"/>
          <ac:spMkLst>
            <pc:docMk/>
            <pc:sldMk cId="2348431223" sldId="259"/>
            <ac:spMk id="3" creationId="{5CE11DF2-C247-F727-06AC-4A5A086074DF}"/>
          </ac:spMkLst>
        </pc:spChg>
      </pc:sldChg>
      <pc:sldChg chg="modSp mod">
        <pc:chgData name="Rieona J" userId="dd1893e4fd440272" providerId="LiveId" clId="{781343A5-CF85-4AEB-830E-70ACF071EC7C}" dt="2026-08-24T15:19:59.931" v="0" actId="20577"/>
        <pc:sldMkLst>
          <pc:docMk/>
          <pc:sldMk cId="905735569" sldId="263"/>
        </pc:sldMkLst>
        <pc:spChg chg="mod">
          <ac:chgData name="Rieona J" userId="dd1893e4fd440272" providerId="LiveId" clId="{781343A5-CF85-4AEB-830E-70ACF071EC7C}" dt="2026-08-24T15:19:59.931" v="0" actId="20577"/>
          <ac:spMkLst>
            <pc:docMk/>
            <pc:sldMk cId="905735569" sldId="263"/>
            <ac:spMk id="2" creationId="{C62A5851-E43B-1B29-A5DF-DF07C16B90AD}"/>
          </ac:spMkLst>
        </pc:spChg>
      </pc:sldChg>
      <pc:sldChg chg="addSp delSp modSp mod">
        <pc:chgData name="Rieona J" userId="dd1893e4fd440272" providerId="LiveId" clId="{781343A5-CF85-4AEB-830E-70ACF071EC7C}" dt="2026-08-25T02:34:55.679" v="167" actId="113"/>
        <pc:sldMkLst>
          <pc:docMk/>
          <pc:sldMk cId="757642711" sldId="265"/>
        </pc:sldMkLst>
        <pc:spChg chg="mod">
          <ac:chgData name="Rieona J" userId="dd1893e4fd440272" providerId="LiveId" clId="{781343A5-CF85-4AEB-830E-70ACF071EC7C}" dt="2026-08-25T02:34:55.679" v="167" actId="113"/>
          <ac:spMkLst>
            <pc:docMk/>
            <pc:sldMk cId="757642711" sldId="265"/>
            <ac:spMk id="2" creationId="{0DD3DA76-50F2-694A-C88A-169DE3CCEEA6}"/>
          </ac:spMkLst>
        </pc:spChg>
        <pc:spChg chg="add del mod">
          <ac:chgData name="Rieona J" userId="dd1893e4fd440272" providerId="LiveId" clId="{781343A5-CF85-4AEB-830E-70ACF071EC7C}" dt="2026-08-24T16:14:33.142" v="38" actId="3680"/>
          <ac:spMkLst>
            <pc:docMk/>
            <pc:sldMk cId="757642711" sldId="265"/>
            <ac:spMk id="4" creationId="{D5CB9025-D957-AC30-FABB-190455FF43CA}"/>
          </ac:spMkLst>
        </pc:spChg>
        <pc:graphicFrameChg chg="add mod ord modGraphic">
          <ac:chgData name="Rieona J" userId="dd1893e4fd440272" providerId="LiveId" clId="{781343A5-CF85-4AEB-830E-70ACF071EC7C}" dt="2026-08-24T16:19:20.857" v="75" actId="1076"/>
          <ac:graphicFrameMkLst>
            <pc:docMk/>
            <pc:sldMk cId="757642711" sldId="265"/>
            <ac:graphicFrameMk id="6" creationId="{C269095A-F998-B1C7-612D-EFBFD0483909}"/>
          </ac:graphicFrameMkLst>
        </pc:graphicFrameChg>
        <pc:graphicFrameChg chg="add mod">
          <ac:chgData name="Rieona J" userId="dd1893e4fd440272" providerId="LiveId" clId="{781343A5-CF85-4AEB-830E-70ACF071EC7C}" dt="2026-08-24T16:14:42.593" v="39"/>
          <ac:graphicFrameMkLst>
            <pc:docMk/>
            <pc:sldMk cId="757642711" sldId="265"/>
            <ac:graphicFrameMk id="8" creationId="{20BF1387-7FA6-C180-26FB-EF074165AC74}"/>
          </ac:graphicFrameMkLst>
        </pc:graphicFrameChg>
        <pc:graphicFrameChg chg="del">
          <ac:chgData name="Rieona J" userId="dd1893e4fd440272" providerId="LiveId" clId="{781343A5-CF85-4AEB-830E-70ACF071EC7C}" dt="2026-08-24T16:14:20.254" v="37" actId="478"/>
          <ac:graphicFrameMkLst>
            <pc:docMk/>
            <pc:sldMk cId="757642711" sldId="265"/>
            <ac:graphicFrameMk id="14" creationId="{EBB4C08B-E941-40F1-2CD1-573A6C285E4D}"/>
          </ac:graphicFrameMkLst>
        </pc:graphicFrameChg>
        <pc:picChg chg="mod">
          <ac:chgData name="Rieona J" userId="dd1893e4fd440272" providerId="LiveId" clId="{781343A5-CF85-4AEB-830E-70ACF071EC7C}" dt="2026-08-24T16:19:31.125" v="77" actId="1076"/>
          <ac:picMkLst>
            <pc:docMk/>
            <pc:sldMk cId="757642711" sldId="265"/>
            <ac:picMk id="5" creationId="{68C4D0F1-49D2-5F63-BF09-4037FFBB0702}"/>
          </ac:picMkLst>
        </pc:picChg>
        <pc:picChg chg="mod">
          <ac:chgData name="Rieona J" userId="dd1893e4fd440272" providerId="LiveId" clId="{781343A5-CF85-4AEB-830E-70ACF071EC7C}" dt="2026-08-24T16:19:34.219" v="78" actId="1076"/>
          <ac:picMkLst>
            <pc:docMk/>
            <pc:sldMk cId="757642711" sldId="265"/>
            <ac:picMk id="7" creationId="{D3215EDE-0CED-7DBD-C3DC-1D1C87A20437}"/>
          </ac:picMkLst>
        </pc:picChg>
      </pc:sldChg>
      <pc:sldChg chg="addSp modSp new mod">
        <pc:chgData name="Rieona J" userId="dd1893e4fd440272" providerId="LiveId" clId="{781343A5-CF85-4AEB-830E-70ACF071EC7C}" dt="2026-08-25T02:41:41.419" v="265" actId="22"/>
        <pc:sldMkLst>
          <pc:docMk/>
          <pc:sldMk cId="3107876402" sldId="267"/>
        </pc:sldMkLst>
        <pc:spChg chg="mod">
          <ac:chgData name="Rieona J" userId="dd1893e4fd440272" providerId="LiveId" clId="{781343A5-CF85-4AEB-830E-70ACF071EC7C}" dt="2026-08-25T02:36:20.590" v="187" actId="255"/>
          <ac:spMkLst>
            <pc:docMk/>
            <pc:sldMk cId="3107876402" sldId="267"/>
            <ac:spMk id="2" creationId="{4EB620F5-BBC2-F54E-CB95-541D198BCAC4}"/>
          </ac:spMkLst>
        </pc:spChg>
        <pc:spChg chg="mod">
          <ac:chgData name="Rieona J" userId="dd1893e4fd440272" providerId="LiveId" clId="{781343A5-CF85-4AEB-830E-70ACF071EC7C}" dt="2026-08-25T02:37:28.400" v="207" actId="2710"/>
          <ac:spMkLst>
            <pc:docMk/>
            <pc:sldMk cId="3107876402" sldId="267"/>
            <ac:spMk id="3" creationId="{BD715EF7-D144-E8FC-C986-248E131E6F5E}"/>
          </ac:spMkLst>
        </pc:spChg>
        <pc:picChg chg="add">
          <ac:chgData name="Rieona J" userId="dd1893e4fd440272" providerId="LiveId" clId="{781343A5-CF85-4AEB-830E-70ACF071EC7C}" dt="2026-08-25T02:41:22.490" v="260" actId="22"/>
          <ac:picMkLst>
            <pc:docMk/>
            <pc:sldMk cId="3107876402" sldId="267"/>
            <ac:picMk id="5" creationId="{D13F0A18-C899-4003-BAD7-ED713E97937E}"/>
          </ac:picMkLst>
        </pc:picChg>
        <pc:picChg chg="add">
          <ac:chgData name="Rieona J" userId="dd1893e4fd440272" providerId="LiveId" clId="{781343A5-CF85-4AEB-830E-70ACF071EC7C}" dt="2026-08-25T02:41:41.419" v="265" actId="22"/>
          <ac:picMkLst>
            <pc:docMk/>
            <pc:sldMk cId="3107876402" sldId="267"/>
            <ac:picMk id="7" creationId="{A8514843-15CA-D81C-DBD3-F56B3F433213}"/>
          </ac:picMkLst>
        </pc:picChg>
      </pc:sldChg>
      <pc:sldChg chg="addSp modSp new mod ord">
        <pc:chgData name="Rieona J" userId="dd1893e4fd440272" providerId="LiveId" clId="{781343A5-CF85-4AEB-830E-70ACF071EC7C}" dt="2026-08-25T02:41:37.985" v="263" actId="22"/>
        <pc:sldMkLst>
          <pc:docMk/>
          <pc:sldMk cId="1872623537" sldId="268"/>
        </pc:sldMkLst>
        <pc:spChg chg="mod">
          <ac:chgData name="Rieona J" userId="dd1893e4fd440272" providerId="LiveId" clId="{781343A5-CF85-4AEB-830E-70ACF071EC7C}" dt="2026-08-25T02:37:47.316" v="212" actId="255"/>
          <ac:spMkLst>
            <pc:docMk/>
            <pc:sldMk cId="1872623537" sldId="268"/>
            <ac:spMk id="2" creationId="{0D65F300-EEFD-3EA8-3D86-9B5D66ACDC44}"/>
          </ac:spMkLst>
        </pc:spChg>
        <pc:spChg chg="mod">
          <ac:chgData name="Rieona J" userId="dd1893e4fd440272" providerId="LiveId" clId="{781343A5-CF85-4AEB-830E-70ACF071EC7C}" dt="2026-08-25T02:38:08.038" v="215" actId="12"/>
          <ac:spMkLst>
            <pc:docMk/>
            <pc:sldMk cId="1872623537" sldId="268"/>
            <ac:spMk id="3" creationId="{2254ABFE-0CC4-F046-1498-E119F1DFE349}"/>
          </ac:spMkLst>
        </pc:spChg>
        <pc:picChg chg="add">
          <ac:chgData name="Rieona J" userId="dd1893e4fd440272" providerId="LiveId" clId="{781343A5-CF85-4AEB-830E-70ACF071EC7C}" dt="2026-08-25T02:41:26.090" v="262" actId="22"/>
          <ac:picMkLst>
            <pc:docMk/>
            <pc:sldMk cId="1872623537" sldId="268"/>
            <ac:picMk id="5" creationId="{17F16B14-3830-F569-E3E2-F8728ACFE5E1}"/>
          </ac:picMkLst>
        </pc:picChg>
        <pc:picChg chg="add">
          <ac:chgData name="Rieona J" userId="dd1893e4fd440272" providerId="LiveId" clId="{781343A5-CF85-4AEB-830E-70ACF071EC7C}" dt="2026-08-25T02:41:37.985" v="263" actId="22"/>
          <ac:picMkLst>
            <pc:docMk/>
            <pc:sldMk cId="1872623537" sldId="268"/>
            <ac:picMk id="7" creationId="{DC034667-012E-18F7-846D-036B0C49E379}"/>
          </ac:picMkLst>
        </pc:picChg>
      </pc:sldChg>
      <pc:sldChg chg="addSp modSp add mod">
        <pc:chgData name="Rieona J" userId="dd1893e4fd440272" providerId="LiveId" clId="{781343A5-CF85-4AEB-830E-70ACF071EC7C}" dt="2026-08-25T02:41:39.769" v="264" actId="22"/>
        <pc:sldMkLst>
          <pc:docMk/>
          <pc:sldMk cId="3388928258" sldId="269"/>
        </pc:sldMkLst>
        <pc:spChg chg="mod">
          <ac:chgData name="Rieona J" userId="dd1893e4fd440272" providerId="LiveId" clId="{781343A5-CF85-4AEB-830E-70ACF071EC7C}" dt="2026-08-25T02:36:54.868" v="197" actId="255"/>
          <ac:spMkLst>
            <pc:docMk/>
            <pc:sldMk cId="3388928258" sldId="269"/>
            <ac:spMk id="2" creationId="{FE099071-8149-C75C-0B42-9BBFD1DEE11E}"/>
          </ac:spMkLst>
        </pc:spChg>
        <pc:spChg chg="mod">
          <ac:chgData name="Rieona J" userId="dd1893e4fd440272" providerId="LiveId" clId="{781343A5-CF85-4AEB-830E-70ACF071EC7C}" dt="2026-08-25T02:37:16.143" v="205" actId="2710"/>
          <ac:spMkLst>
            <pc:docMk/>
            <pc:sldMk cId="3388928258" sldId="269"/>
            <ac:spMk id="3" creationId="{603A37E4-DE58-2A8A-4AA8-3FBB9CE86EEA}"/>
          </ac:spMkLst>
        </pc:spChg>
        <pc:picChg chg="add">
          <ac:chgData name="Rieona J" userId="dd1893e4fd440272" providerId="LiveId" clId="{781343A5-CF85-4AEB-830E-70ACF071EC7C}" dt="2026-08-25T02:41:24.302" v="261" actId="22"/>
          <ac:picMkLst>
            <pc:docMk/>
            <pc:sldMk cId="3388928258" sldId="269"/>
            <ac:picMk id="5" creationId="{9FFCB167-87B1-7916-4F6C-A3DF4DAC1274}"/>
          </ac:picMkLst>
        </pc:picChg>
        <pc:picChg chg="add">
          <ac:chgData name="Rieona J" userId="dd1893e4fd440272" providerId="LiveId" clId="{781343A5-CF85-4AEB-830E-70ACF071EC7C}" dt="2026-08-25T02:41:39.769" v="264" actId="22"/>
          <ac:picMkLst>
            <pc:docMk/>
            <pc:sldMk cId="3388928258" sldId="269"/>
            <ac:picMk id="7" creationId="{D86088A0-4BA1-8F40-2106-4FF26812C1EC}"/>
          </ac:picMkLst>
        </pc:picChg>
      </pc:sldChg>
      <pc:sldChg chg="addSp delSp modSp new mod">
        <pc:chgData name="Rieona J" userId="dd1893e4fd440272" providerId="LiveId" clId="{781343A5-CF85-4AEB-830E-70ACF071EC7C}" dt="2026-08-25T02:57:05.646" v="320" actId="14100"/>
        <pc:sldMkLst>
          <pc:docMk/>
          <pc:sldMk cId="4235340991" sldId="270"/>
        </pc:sldMkLst>
        <pc:spChg chg="mod">
          <ac:chgData name="Rieona J" userId="dd1893e4fd440272" providerId="LiveId" clId="{781343A5-CF85-4AEB-830E-70ACF071EC7C}" dt="2026-08-25T02:40:50.523" v="253"/>
          <ac:spMkLst>
            <pc:docMk/>
            <pc:sldMk cId="4235340991" sldId="270"/>
            <ac:spMk id="2" creationId="{36B257BF-3C71-5137-4BD1-EDCD56867E08}"/>
          </ac:spMkLst>
        </pc:spChg>
        <pc:spChg chg="del">
          <ac:chgData name="Rieona J" userId="dd1893e4fd440272" providerId="LiveId" clId="{781343A5-CF85-4AEB-830E-70ACF071EC7C}" dt="2026-08-25T02:46:21.376" v="272" actId="22"/>
          <ac:spMkLst>
            <pc:docMk/>
            <pc:sldMk cId="4235340991" sldId="270"/>
            <ac:spMk id="3" creationId="{6419FCDD-21EF-C22E-0394-C10F38B59210}"/>
          </ac:spMkLst>
        </pc:spChg>
        <pc:picChg chg="add">
          <ac:chgData name="Rieona J" userId="dd1893e4fd440272" providerId="LiveId" clId="{781343A5-CF85-4AEB-830E-70ACF071EC7C}" dt="2026-08-25T02:41:03.501" v="255" actId="22"/>
          <ac:picMkLst>
            <pc:docMk/>
            <pc:sldMk cId="4235340991" sldId="270"/>
            <ac:picMk id="5" creationId="{5202FCA0-EBAC-D97E-403B-B496F2B00461}"/>
          </ac:picMkLst>
        </pc:picChg>
        <pc:picChg chg="add">
          <ac:chgData name="Rieona J" userId="dd1893e4fd440272" providerId="LiveId" clId="{781343A5-CF85-4AEB-830E-70ACF071EC7C}" dt="2026-08-25T02:41:56.589" v="270" actId="22"/>
          <ac:picMkLst>
            <pc:docMk/>
            <pc:sldMk cId="4235340991" sldId="270"/>
            <ac:picMk id="7" creationId="{6234A555-FC0C-B4EC-8F65-F5048EF02EF2}"/>
          </ac:picMkLst>
        </pc:picChg>
        <pc:picChg chg="add mod ord">
          <ac:chgData name="Rieona J" userId="dd1893e4fd440272" providerId="LiveId" clId="{781343A5-CF85-4AEB-830E-70ACF071EC7C}" dt="2026-08-25T02:57:05.646" v="320" actId="14100"/>
          <ac:picMkLst>
            <pc:docMk/>
            <pc:sldMk cId="4235340991" sldId="270"/>
            <ac:picMk id="9" creationId="{FA16D2C6-C087-E46D-B572-63CA6066B312}"/>
          </ac:picMkLst>
        </pc:picChg>
        <pc:picChg chg="add mod">
          <ac:chgData name="Rieona J" userId="dd1893e4fd440272" providerId="LiveId" clId="{781343A5-CF85-4AEB-830E-70ACF071EC7C}" dt="2026-08-25T02:56:52.759" v="316" actId="14100"/>
          <ac:picMkLst>
            <pc:docMk/>
            <pc:sldMk cId="4235340991" sldId="270"/>
            <ac:picMk id="11" creationId="{42EF423A-2D8E-90F7-9E56-F01BE6A377FA}"/>
          </ac:picMkLst>
        </pc:picChg>
      </pc:sldChg>
      <pc:sldChg chg="addSp delSp modSp add mod">
        <pc:chgData name="Rieona J" userId="dd1893e4fd440272" providerId="LiveId" clId="{781343A5-CF85-4AEB-830E-70ACF071EC7C}" dt="2026-08-25T02:47:27.942" v="281" actId="14100"/>
        <pc:sldMkLst>
          <pc:docMk/>
          <pc:sldMk cId="3196237844" sldId="271"/>
        </pc:sldMkLst>
        <pc:spChg chg="mod">
          <ac:chgData name="Rieona J" userId="dd1893e4fd440272" providerId="LiveId" clId="{781343A5-CF85-4AEB-830E-70ACF071EC7C}" dt="2026-08-25T02:40:17.503" v="245"/>
          <ac:spMkLst>
            <pc:docMk/>
            <pc:sldMk cId="3196237844" sldId="271"/>
            <ac:spMk id="2" creationId="{EB501346-CD8D-44D3-E215-AAB18C32EA58}"/>
          </ac:spMkLst>
        </pc:spChg>
        <pc:spChg chg="del">
          <ac:chgData name="Rieona J" userId="dd1893e4fd440272" providerId="LiveId" clId="{781343A5-CF85-4AEB-830E-70ACF071EC7C}" dt="2026-08-25T02:47:17.362" v="277" actId="22"/>
          <ac:spMkLst>
            <pc:docMk/>
            <pc:sldMk cId="3196237844" sldId="271"/>
            <ac:spMk id="3" creationId="{418C7646-E58B-7559-CA66-FC34FFFE7E4C}"/>
          </ac:spMkLst>
        </pc:spChg>
        <pc:picChg chg="add">
          <ac:chgData name="Rieona J" userId="dd1893e4fd440272" providerId="LiveId" clId="{781343A5-CF85-4AEB-830E-70ACF071EC7C}" dt="2026-08-25T02:41:06.231" v="256" actId="22"/>
          <ac:picMkLst>
            <pc:docMk/>
            <pc:sldMk cId="3196237844" sldId="271"/>
            <ac:picMk id="5" creationId="{4635EF56-DBBE-0E61-C207-311E35AA74E4}"/>
          </ac:picMkLst>
        </pc:picChg>
        <pc:picChg chg="add">
          <ac:chgData name="Rieona J" userId="dd1893e4fd440272" providerId="LiveId" clId="{781343A5-CF85-4AEB-830E-70ACF071EC7C}" dt="2026-08-25T02:41:52.801" v="269" actId="22"/>
          <ac:picMkLst>
            <pc:docMk/>
            <pc:sldMk cId="3196237844" sldId="271"/>
            <ac:picMk id="7" creationId="{84FF974C-5C64-5DB4-1F76-94D4A35993A5}"/>
          </ac:picMkLst>
        </pc:picChg>
        <pc:picChg chg="add del">
          <ac:chgData name="Rieona J" userId="dd1893e4fd440272" providerId="LiveId" clId="{781343A5-CF85-4AEB-830E-70ACF071EC7C}" dt="2026-08-25T02:47:15.716" v="276" actId="22"/>
          <ac:picMkLst>
            <pc:docMk/>
            <pc:sldMk cId="3196237844" sldId="271"/>
            <ac:picMk id="9" creationId="{06706A4D-470B-C5EA-3D80-9F70F53BC676}"/>
          </ac:picMkLst>
        </pc:picChg>
        <pc:picChg chg="add mod ord">
          <ac:chgData name="Rieona J" userId="dd1893e4fd440272" providerId="LiveId" clId="{781343A5-CF85-4AEB-830E-70ACF071EC7C}" dt="2026-08-25T02:47:27.942" v="281" actId="14100"/>
          <ac:picMkLst>
            <pc:docMk/>
            <pc:sldMk cId="3196237844" sldId="271"/>
            <ac:picMk id="11" creationId="{E2CEE210-3954-BF24-9E2C-B143DC6647AE}"/>
          </ac:picMkLst>
        </pc:picChg>
      </pc:sldChg>
      <pc:sldChg chg="addSp delSp modSp add mod">
        <pc:chgData name="Rieona J" userId="dd1893e4fd440272" providerId="LiveId" clId="{781343A5-CF85-4AEB-830E-70ACF071EC7C}" dt="2026-08-25T02:56:04.671" v="308" actId="14100"/>
        <pc:sldMkLst>
          <pc:docMk/>
          <pc:sldMk cId="2725112116" sldId="272"/>
        </pc:sldMkLst>
        <pc:spChg chg="mod">
          <ac:chgData name="Rieona J" userId="dd1893e4fd440272" providerId="LiveId" clId="{781343A5-CF85-4AEB-830E-70ACF071EC7C}" dt="2026-08-25T02:39:54.133" v="238"/>
          <ac:spMkLst>
            <pc:docMk/>
            <pc:sldMk cId="2725112116" sldId="272"/>
            <ac:spMk id="2" creationId="{5DC67244-1D27-73BB-D470-09A98ECDC146}"/>
          </ac:spMkLst>
        </pc:spChg>
        <pc:spChg chg="del">
          <ac:chgData name="Rieona J" userId="dd1893e4fd440272" providerId="LiveId" clId="{781343A5-CF85-4AEB-830E-70ACF071EC7C}" dt="2026-08-25T02:49:36.421" v="282" actId="22"/>
          <ac:spMkLst>
            <pc:docMk/>
            <pc:sldMk cId="2725112116" sldId="272"/>
            <ac:spMk id="3" creationId="{D29C62FD-3E4E-EE1B-3733-C43B2490285A}"/>
          </ac:spMkLst>
        </pc:spChg>
        <pc:picChg chg="add">
          <ac:chgData name="Rieona J" userId="dd1893e4fd440272" providerId="LiveId" clId="{781343A5-CF85-4AEB-830E-70ACF071EC7C}" dt="2026-08-25T02:41:08.950" v="257" actId="22"/>
          <ac:picMkLst>
            <pc:docMk/>
            <pc:sldMk cId="2725112116" sldId="272"/>
            <ac:picMk id="5" creationId="{52B878B8-A896-D8D4-CEBF-0702FE5EB943}"/>
          </ac:picMkLst>
        </pc:picChg>
        <pc:picChg chg="add">
          <ac:chgData name="Rieona J" userId="dd1893e4fd440272" providerId="LiveId" clId="{781343A5-CF85-4AEB-830E-70ACF071EC7C}" dt="2026-08-25T02:41:50.117" v="268" actId="22"/>
          <ac:picMkLst>
            <pc:docMk/>
            <pc:sldMk cId="2725112116" sldId="272"/>
            <ac:picMk id="7" creationId="{B279C05F-975B-D2AD-FA14-C5E2E8F55868}"/>
          </ac:picMkLst>
        </pc:picChg>
        <pc:picChg chg="add mod ord">
          <ac:chgData name="Rieona J" userId="dd1893e4fd440272" providerId="LiveId" clId="{781343A5-CF85-4AEB-830E-70ACF071EC7C}" dt="2026-08-25T02:56:04.671" v="308" actId="14100"/>
          <ac:picMkLst>
            <pc:docMk/>
            <pc:sldMk cId="2725112116" sldId="272"/>
            <ac:picMk id="9" creationId="{45AD8B49-5CEC-C184-4325-0E5BF887C358}"/>
          </ac:picMkLst>
        </pc:picChg>
      </pc:sldChg>
      <pc:sldChg chg="addSp delSp modSp add mod">
        <pc:chgData name="Rieona J" userId="dd1893e4fd440272" providerId="LiveId" clId="{781343A5-CF85-4AEB-830E-70ACF071EC7C}" dt="2026-08-25T02:54:02.867" v="291" actId="14100"/>
        <pc:sldMkLst>
          <pc:docMk/>
          <pc:sldMk cId="2309290084" sldId="273"/>
        </pc:sldMkLst>
        <pc:spChg chg="mod">
          <ac:chgData name="Rieona J" userId="dd1893e4fd440272" providerId="LiveId" clId="{781343A5-CF85-4AEB-830E-70ACF071EC7C}" dt="2026-08-25T02:39:21.165" v="229" actId="255"/>
          <ac:spMkLst>
            <pc:docMk/>
            <pc:sldMk cId="2309290084" sldId="273"/>
            <ac:spMk id="2" creationId="{7085A8F8-8A9B-BF3E-0FB4-0A6058A79FEA}"/>
          </ac:spMkLst>
        </pc:spChg>
        <pc:spChg chg="del">
          <ac:chgData name="Rieona J" userId="dd1893e4fd440272" providerId="LiveId" clId="{781343A5-CF85-4AEB-830E-70ACF071EC7C}" dt="2026-08-25T02:53:43.833" v="287" actId="22"/>
          <ac:spMkLst>
            <pc:docMk/>
            <pc:sldMk cId="2309290084" sldId="273"/>
            <ac:spMk id="3" creationId="{960E61A4-3CFD-01EB-2AC9-83479F411F8E}"/>
          </ac:spMkLst>
        </pc:spChg>
        <pc:picChg chg="add">
          <ac:chgData name="Rieona J" userId="dd1893e4fd440272" providerId="LiveId" clId="{781343A5-CF85-4AEB-830E-70ACF071EC7C}" dt="2026-08-25T02:41:11.679" v="258" actId="22"/>
          <ac:picMkLst>
            <pc:docMk/>
            <pc:sldMk cId="2309290084" sldId="273"/>
            <ac:picMk id="5" creationId="{7F5EAB87-3ACF-FB1B-7701-38A0D1545A12}"/>
          </ac:picMkLst>
        </pc:picChg>
        <pc:picChg chg="add">
          <ac:chgData name="Rieona J" userId="dd1893e4fd440272" providerId="LiveId" clId="{781343A5-CF85-4AEB-830E-70ACF071EC7C}" dt="2026-08-25T02:41:47.140" v="267" actId="22"/>
          <ac:picMkLst>
            <pc:docMk/>
            <pc:sldMk cId="2309290084" sldId="273"/>
            <ac:picMk id="7" creationId="{50E1B5A1-67EB-0CD1-249E-493852A78D00}"/>
          </ac:picMkLst>
        </pc:picChg>
        <pc:picChg chg="add mod ord">
          <ac:chgData name="Rieona J" userId="dd1893e4fd440272" providerId="LiveId" clId="{781343A5-CF85-4AEB-830E-70ACF071EC7C}" dt="2026-08-25T02:54:02.867" v="291" actId="14100"/>
          <ac:picMkLst>
            <pc:docMk/>
            <pc:sldMk cId="2309290084" sldId="273"/>
            <ac:picMk id="9" creationId="{91B058A6-E8A4-1C64-2453-E5B445960250}"/>
          </ac:picMkLst>
        </pc:picChg>
      </pc:sldChg>
      <pc:sldChg chg="addSp delSp modSp add mod">
        <pc:chgData name="Rieona J" userId="dd1893e4fd440272" providerId="LiveId" clId="{781343A5-CF85-4AEB-830E-70ACF071EC7C}" dt="2026-08-25T02:55:54.211" v="306" actId="14100"/>
        <pc:sldMkLst>
          <pc:docMk/>
          <pc:sldMk cId="2350924406" sldId="274"/>
        </pc:sldMkLst>
        <pc:spChg chg="mod">
          <ac:chgData name="Rieona J" userId="dd1893e4fd440272" providerId="LiveId" clId="{781343A5-CF85-4AEB-830E-70ACF071EC7C}" dt="2026-08-25T02:39:00.386" v="222"/>
          <ac:spMkLst>
            <pc:docMk/>
            <pc:sldMk cId="2350924406" sldId="274"/>
            <ac:spMk id="2" creationId="{9FFFEFB9-446B-13E1-9116-BFB8BD12E274}"/>
          </ac:spMkLst>
        </pc:spChg>
        <pc:spChg chg="del">
          <ac:chgData name="Rieona J" userId="dd1893e4fd440272" providerId="LiveId" clId="{781343A5-CF85-4AEB-830E-70ACF071EC7C}" dt="2026-08-25T02:54:33.997" v="292" actId="22"/>
          <ac:spMkLst>
            <pc:docMk/>
            <pc:sldMk cId="2350924406" sldId="274"/>
            <ac:spMk id="3" creationId="{FAF7277E-2342-692B-AFFE-E47EA0F5FFCB}"/>
          </ac:spMkLst>
        </pc:spChg>
        <pc:picChg chg="add">
          <ac:chgData name="Rieona J" userId="dd1893e4fd440272" providerId="LiveId" clId="{781343A5-CF85-4AEB-830E-70ACF071EC7C}" dt="2026-08-25T02:41:14.404" v="259" actId="22"/>
          <ac:picMkLst>
            <pc:docMk/>
            <pc:sldMk cId="2350924406" sldId="274"/>
            <ac:picMk id="5" creationId="{D0FA0A66-155D-997B-7A55-3B4659C29417}"/>
          </ac:picMkLst>
        </pc:picChg>
        <pc:picChg chg="add">
          <ac:chgData name="Rieona J" userId="dd1893e4fd440272" providerId="LiveId" clId="{781343A5-CF85-4AEB-830E-70ACF071EC7C}" dt="2026-08-25T02:41:43.824" v="266" actId="22"/>
          <ac:picMkLst>
            <pc:docMk/>
            <pc:sldMk cId="2350924406" sldId="274"/>
            <ac:picMk id="7" creationId="{5E071EE2-2683-049D-B716-76667012D647}"/>
          </ac:picMkLst>
        </pc:picChg>
        <pc:picChg chg="add mod ord">
          <ac:chgData name="Rieona J" userId="dd1893e4fd440272" providerId="LiveId" clId="{781343A5-CF85-4AEB-830E-70ACF071EC7C}" dt="2026-08-25T02:55:45.601" v="303" actId="14100"/>
          <ac:picMkLst>
            <pc:docMk/>
            <pc:sldMk cId="2350924406" sldId="274"/>
            <ac:picMk id="9" creationId="{DD58D20B-9CB7-0A5A-12C9-08E054C44ECC}"/>
          </ac:picMkLst>
        </pc:picChg>
        <pc:picChg chg="add mod">
          <ac:chgData name="Rieona J" userId="dd1893e4fd440272" providerId="LiveId" clId="{781343A5-CF85-4AEB-830E-70ACF071EC7C}" dt="2026-08-25T02:55:54.211" v="306" actId="14100"/>
          <ac:picMkLst>
            <pc:docMk/>
            <pc:sldMk cId="2350924406" sldId="274"/>
            <ac:picMk id="11" creationId="{A0F8ED96-257C-F43B-277D-013AB562E9EE}"/>
          </ac:picMkLst>
        </pc:picChg>
      </pc:sldChg>
      <pc:sldChg chg="addSp delSp modSp new mod">
        <pc:chgData name="Rieona J" userId="dd1893e4fd440272" providerId="LiveId" clId="{781343A5-CF85-4AEB-830E-70ACF071EC7C}" dt="2026-08-25T02:41:59.875" v="271" actId="22"/>
        <pc:sldMkLst>
          <pc:docMk/>
          <pc:sldMk cId="30615881" sldId="275"/>
        </pc:sldMkLst>
        <pc:spChg chg="mod">
          <ac:chgData name="Rieona J" userId="dd1893e4fd440272" providerId="LiveId" clId="{781343A5-CF85-4AEB-830E-70ACF071EC7C}" dt="2026-08-25T02:35:34.939" v="177" actId="255"/>
          <ac:spMkLst>
            <pc:docMk/>
            <pc:sldMk cId="30615881" sldId="275"/>
            <ac:spMk id="2" creationId="{27349CDA-AC61-85D7-87F5-AFFCD16A6B1C}"/>
          </ac:spMkLst>
        </pc:spChg>
        <pc:spChg chg="del">
          <ac:chgData name="Rieona J" userId="dd1893e4fd440272" providerId="LiveId" clId="{781343A5-CF85-4AEB-830E-70ACF071EC7C}" dt="2026-08-24T16:26:13.575" v="136" actId="22"/>
          <ac:spMkLst>
            <pc:docMk/>
            <pc:sldMk cId="30615881" sldId="275"/>
            <ac:spMk id="3" creationId="{139C4DCA-2E84-4FF4-0EF8-36CFA2636B2D}"/>
          </ac:spMkLst>
        </pc:spChg>
        <pc:picChg chg="add">
          <ac:chgData name="Rieona J" userId="dd1893e4fd440272" providerId="LiveId" clId="{781343A5-CF85-4AEB-830E-70ACF071EC7C}" dt="2026-08-25T02:41:01.454" v="254" actId="22"/>
          <ac:picMkLst>
            <pc:docMk/>
            <pc:sldMk cId="30615881" sldId="275"/>
            <ac:picMk id="4" creationId="{9B694072-EBC5-8BF0-D413-C628D389E4C0}"/>
          </ac:picMkLst>
        </pc:picChg>
        <pc:picChg chg="add mod ord">
          <ac:chgData name="Rieona J" userId="dd1893e4fd440272" providerId="LiveId" clId="{781343A5-CF85-4AEB-830E-70ACF071EC7C}" dt="2026-08-25T02:35:49.647" v="181" actId="1076"/>
          <ac:picMkLst>
            <pc:docMk/>
            <pc:sldMk cId="30615881" sldId="275"/>
            <ac:picMk id="5" creationId="{66A2FE54-E651-8DC1-6724-957C8B900369}"/>
          </ac:picMkLst>
        </pc:picChg>
        <pc:picChg chg="add">
          <ac:chgData name="Rieona J" userId="dd1893e4fd440272" providerId="LiveId" clId="{781343A5-CF85-4AEB-830E-70ACF071EC7C}" dt="2026-08-25T02:41:59.875" v="271" actId="22"/>
          <ac:picMkLst>
            <pc:docMk/>
            <pc:sldMk cId="30615881" sldId="275"/>
            <ac:picMk id="7" creationId="{9617F0B9-910C-A318-27B5-6D25F5B88F2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A4E1D-033F-E018-BECB-AD75F3F398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5A487-AFE7-D4A1-6CA6-65E6CAB76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C5241-EC16-7A48-88C7-A7D5C6B8F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91D4-5216-4028-83E3-151FE2493D2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8F4DF-7A26-A589-395C-838636946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43D72-A124-2A24-9538-1DF43F806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69117-2D68-4FC8-9AF0-BEFC53F4F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168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4E38E-A986-EBC0-34FA-17C288707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6E781-9BBE-E0E7-79D5-6E563D499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3325B-D713-95EB-B553-096EAF0C6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91D4-5216-4028-83E3-151FE2493D2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E98AB-0DAA-B99E-5F85-04378E84F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01C99-849D-9A63-FAF7-0E0314CC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69117-2D68-4FC8-9AF0-BEFC53F4F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75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4C465-4C22-F55A-CF38-69B43DB39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EB232-71FA-4867-370C-0647AB54E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4AEE2-70CD-C2B2-B36A-1D3E49535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91D4-5216-4028-83E3-151FE2493D2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299A8-FF48-974D-A6B9-698343FA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87891-320E-CC39-DEBC-78B37973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69117-2D68-4FC8-9AF0-BEFC53F4F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654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EF10E-9C9B-7D6A-91C9-709778A87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E991-42B6-FBB2-CEA5-0E914FB38F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87AEF4-BE66-38CD-C1E1-E4F9431776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23824-A946-326F-35F8-2EEA6223C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91D4-5216-4028-83E3-151FE2493D2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6C74A3-66F6-AB9B-5C3D-6398D0809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36037-C31A-7763-9DDB-DD8EEC0C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69117-2D68-4FC8-9AF0-BEFC53F4F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27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CE632-8716-BA54-A43F-FFC9717F4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A5486-54FD-D817-EB37-BAC3B1FEA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23FC1D-CA55-2FF7-C408-5AE7036636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55B20D-6053-171C-2C08-EF8732725D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E20C2C-C341-3758-09C1-66A251ADEC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56C3FA-CF4E-7444-813A-4CDA9D01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91D4-5216-4028-83E3-151FE2493D2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25693E-3B08-6152-9DEA-9B7344CDB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676301-9EAE-846E-A5AD-46990DA2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69117-2D68-4FC8-9AF0-BEFC53F4F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96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2F3C5-0AA7-E39A-DEC3-4527A656F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230AE4-06AC-F48A-6EB3-377ED13DF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91D4-5216-4028-83E3-151FE2493D2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BFFEBF-7F10-1E27-3D18-A6D0B73E3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9EFFA-90E4-6402-ADEF-5371ED640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69117-2D68-4FC8-9AF0-BEFC53F4F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33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8717CE-0A79-76B7-811D-175100480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91D4-5216-4028-83E3-151FE2493D2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421A9B-6D17-2688-F5D3-47F26CA77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6E6AA-439E-424C-9F1E-29D12FF4C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69117-2D68-4FC8-9AF0-BEFC53F4F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39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FC9F9-455C-FABD-A8C4-50D066C9A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E295F-B917-2DAB-E371-5256A73E3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5F95D-D930-ECD1-F259-B5EEACC54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014E9-CB6A-AC3B-D371-634D1D9EF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91D4-5216-4028-83E3-151FE2493D2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E208E-179D-A175-67E8-C92B17A7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68FF3-8A0C-BECB-D957-E360D38DB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69117-2D68-4FC8-9AF0-BEFC53F4F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766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263F2-4FAC-919C-5458-404BB89CA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2F7E1A-7D58-4CCE-F812-72A2300566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9C9C4-FB9A-DE0D-6802-E014564A8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03314-F81C-12FD-0530-1A038C907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91D4-5216-4028-83E3-151FE2493D2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4E69C-6878-2887-517D-286A3421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1C283-42CA-D7B3-5628-0D44CC8B8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69117-2D68-4FC8-9AF0-BEFC53F4F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721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BB3D4-7CC3-87EA-6A29-29C2D8D2C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CD062D-40AB-48CA-6825-44411B330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08E2F-15B6-2AD3-1DC1-1B98DBCDE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91D4-5216-4028-83E3-151FE2493D2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ABA35-0011-6098-A128-0A6B4EC79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61199-0A7B-B216-D8F0-77709267D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69117-2D68-4FC8-9AF0-BEFC53F4F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893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AA677A-7D0C-5CAD-45C0-7D24CDB542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332459-2A19-C2AB-D112-DA9EF13D4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358EF-5540-590C-8892-5854DB389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91D4-5216-4028-83E3-151FE2493D2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20C46-B33C-6779-868A-6F94A098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DF1AE-013E-D90C-F04B-33D963326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69117-2D68-4FC8-9AF0-BEFC53F4F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917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BF61B1-D47E-4C98-28AF-B00F14244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2A9C5-0F30-39DF-05C5-68128E82A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237AC-5061-221C-7601-FE1F0BF29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C91D4-5216-4028-83E3-151FE2493D2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0E382-0ACA-C928-B9A3-8998CE7C68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C4BCE-4468-DB76-4D5D-84AD4B0E1A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69117-2D68-4FC8-9AF0-BEFC53F4F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096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406.03712?utm_source=chatgpt.com" TargetMode="External"/><Relationship Id="rId3" Type="http://schemas.openxmlformats.org/officeDocument/2006/relationships/image" Target="../media/image3.jpeg"/><Relationship Id="rId7" Type="http://schemas.openxmlformats.org/officeDocument/2006/relationships/hyperlink" Target="https://www.nature.com/articles/s41598-023-45223-y?utm_source=chatgpt.com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305.09617?utm_source=chatgpt.com" TargetMode="External"/><Relationship Id="rId5" Type="http://schemas.openxmlformats.org/officeDocument/2006/relationships/hyperlink" Target="https://www.medrxiv.org/content/10.1101/2022.02.27.22271257v2?utm_source=chatgpt.com" TargetMode="External"/><Relationship Id="rId4" Type="http://schemas.openxmlformats.org/officeDocument/2006/relationships/hyperlink" Target="https://www.nature.com/articles/s41746-022-00667-w?utm_source=chatgpt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8F86-E28B-B286-EC84-C450060DA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7355" y="1415535"/>
            <a:ext cx="9458632" cy="1406323"/>
          </a:xfrm>
        </p:spPr>
        <p:txBody>
          <a:bodyPr>
            <a:normAutofit/>
          </a:bodyPr>
          <a:lstStyle/>
          <a:p>
            <a:r>
              <a:rPr lang="en-I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MediAssist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Intelligent Medical Chatbot Using Large Language Models and NLP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687F43-8A95-B62D-91C0-DBCC29E3B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5444" y="3303639"/>
            <a:ext cx="8642555" cy="983225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DSA0307 – NATURAL LANGUAGE PROCESSING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4D3DB6-24CD-1651-6D59-F12A6B820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77" y="202244"/>
            <a:ext cx="11720052" cy="10772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1F029A-9B98-7413-10ED-BB870DA7F75D}"/>
              </a:ext>
            </a:extLst>
          </p:cNvPr>
          <p:cNvSpPr txBox="1"/>
          <p:nvPr/>
        </p:nvSpPr>
        <p:spPr>
          <a:xfrm>
            <a:off x="1799302" y="4630994"/>
            <a:ext cx="20844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K. Anbazhagan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D7465C-C708-5EE6-7B42-698517BD2897}"/>
              </a:ext>
            </a:extLst>
          </p:cNvPr>
          <p:cNvSpPr txBox="1"/>
          <p:nvPr/>
        </p:nvSpPr>
        <p:spPr>
          <a:xfrm>
            <a:off x="7069394" y="4463845"/>
            <a:ext cx="48571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Viveka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Sivanandham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(192424128) 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Rieona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 (192424268)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Nikhitha (192424114)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Greeshma Reddy(192424146)</a:t>
            </a:r>
          </a:p>
        </p:txBody>
      </p:sp>
    </p:spTree>
    <p:extLst>
      <p:ext uri="{BB962C8B-B14F-4D97-AF65-F5344CB8AC3E}">
        <p14:creationId xmlns:p14="http://schemas.microsoft.com/office/powerpoint/2010/main" val="2243411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2AF97-1B31-B375-C8FF-525075C30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94DB6-BA9E-B798-283A-B87C5936B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MediAssist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intelligent medical chatbot developed using Large Language Models (LLMs) and Natural Language Processing (NLP).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users to register, manage patient profiles, and enter symptoms using natural language.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techniques identify and understand relevant symptoms, while the LLM-based chatbot provides interactive medical assistance.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disease prediction, recommendations, medical report generation, and emergency assistance based on the user's health information.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MediAssist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user-friendly platform for preliminary healthcare support and does not replace professional medical diagnosis.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F8B9C6-C7FD-1FF4-59BD-AD154E1BD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54" y="210828"/>
            <a:ext cx="1178613" cy="106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5AD7E6-961D-70F5-2916-A8547FA43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558" y="251492"/>
            <a:ext cx="960704" cy="102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8854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6F5B-F942-60A8-F109-C9FEB2304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1F7CF-7634-3A09-6074-B50BA5B75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187" y="1658016"/>
            <a:ext cx="10515600" cy="4351338"/>
          </a:xfrm>
        </p:spPr>
        <p:txBody>
          <a:bodyPr>
            <a:noAutofit/>
          </a:bodyPr>
          <a:lstStyle/>
          <a:p>
            <a:pPr lvl="0" algn="just">
              <a:buFont typeface="Wingdings" panose="05000000000000000000" pitchFamily="2" charset="2"/>
              <a:buChar char="Ø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MediAssist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AI-powered medical chatbot designed to provide users with preliminary healthcare assistance.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Natural Language Processing (NLP) to understand symptoms described in natural language.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 are used to interact with users and provide understandable medical information.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symptoms and generates possible disease predictions and healthcare recommendations.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maintains patient profiles and generates reports based on the interaction.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Emergency Assistance feature helps identify potentially critical situations and guides users toward appropriate immediate care.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MediAssist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intended as a decision-support and informational system, not a replacement for professional medical diagnosis.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D90D32-69B8-2EE4-29DC-D6DB39026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558" y="251492"/>
            <a:ext cx="960704" cy="102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E33350-6C9F-CD42-61B2-943B88282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54" y="210828"/>
            <a:ext cx="1178613" cy="106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2957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3DA76-50F2-694A-C88A-169DE3CCE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774" y="146409"/>
            <a:ext cx="10515600" cy="91091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C4D0F1-49D2-5F63-BF09-4037FFBB0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86" y="28265"/>
            <a:ext cx="1178613" cy="106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215EDE-0CED-7DBD-C3DC-1D1C87A20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3448" y="28265"/>
            <a:ext cx="960704" cy="102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269095A-F998-B1C7-612D-EFBFD04839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4586676"/>
              </p:ext>
            </p:extLst>
          </p:nvPr>
        </p:nvGraphicFramePr>
        <p:xfrm>
          <a:off x="374254" y="1276039"/>
          <a:ext cx="11493015" cy="545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8603">
                  <a:extLst>
                    <a:ext uri="{9D8B030D-6E8A-4147-A177-3AD203B41FA5}">
                      <a16:colId xmlns:a16="http://schemas.microsoft.com/office/drawing/2014/main" val="4273978731"/>
                    </a:ext>
                  </a:extLst>
                </a:gridCol>
                <a:gridCol w="1458588">
                  <a:extLst>
                    <a:ext uri="{9D8B030D-6E8A-4147-A177-3AD203B41FA5}">
                      <a16:colId xmlns:a16="http://schemas.microsoft.com/office/drawing/2014/main" val="1376891930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658489951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1192694583"/>
                    </a:ext>
                  </a:extLst>
                </a:gridCol>
                <a:gridCol w="2898648">
                  <a:extLst>
                    <a:ext uri="{9D8B030D-6E8A-4147-A177-3AD203B41FA5}">
                      <a16:colId xmlns:a16="http://schemas.microsoft.com/office/drawing/2014/main" val="2432758061"/>
                    </a:ext>
                  </a:extLst>
                </a:gridCol>
              </a:tblGrid>
              <a:tr h="1979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10534"/>
                  </a:ext>
                </a:extLst>
              </a:tr>
              <a:tr h="7520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Diagnostic and Triage Accuracy of Digital and Online Symptom Checkers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Gilbert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Evaluates digital symptom checkers for diagnosis and triage using patient symptoms and health information.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the potential of symptom checkers but highlights the need for improved diagnostic and triage accuracy. (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 tooltip="The diagnostic and triage accuracy of digital and online symptom checker tools: a systematic review | npj Digital Medicine"/>
                        </a:rPr>
                        <a:t>Nature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205132"/>
                  </a:ext>
                </a:extLst>
              </a:tr>
              <a:tr h="8906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GatorTron: A Large Language Model for Clinical Natural Language Processing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X. Yang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a large Transformer-based clinical language model for clinical concept extraction, relation extraction, and medical question answering.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that large clinical language models can improve NLP tasks involving unstructured medical information. (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 tooltip="GatorTron: A Large Language Model for Clinical Natural Language Processing | medRxiv"/>
                        </a:rPr>
                        <a:t>MedRxiv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5863001"/>
                  </a:ext>
                </a:extLst>
              </a:tr>
              <a:tr h="7520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Towards Expert-Level Medical Question Answering with Large Language Models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 Singhal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Develops and evaluates Med-PaLM/Med-PaLM 2 for medical question answering using large language models and medical fine-tuning.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strong performance in medical question answering and potential for AI-assisted healthcare. (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 tooltip="Towards Expert-Level Medical Question Answering with Large Language Models"/>
                        </a:rPr>
                        <a:t>arXiv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223602"/>
                  </a:ext>
                </a:extLst>
              </a:tr>
              <a:tr h="8906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Vignette-Based Evaluation of ChatGPT's Ability to Provide Medical Advice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J. Nastasi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Evaluates ChatGPT's medical responses using clinical vignettes across different healthcare contexts.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useful capabilities but emphasizes the importance of evaluating accuracy, appropriateness, and equity of AI-generated medical advice. (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 tooltip="A vignette-based evaluation of ChatGPT’s ability to provide appropriate and equitable medical advice across care contexts | Scientific Reports"/>
                        </a:rPr>
                        <a:t>Nature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876095"/>
                  </a:ext>
                </a:extLst>
              </a:tr>
              <a:tr h="8906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Survey on Medical Large Language Models: Technology, Application, Trustworthiness, and Future Directions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L. Liu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medical LLM technologies, healthcare applications, evaluation methods, and issues such as privacy, fairness, and reliability.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medical LLMs as promising tools while emphasizing safety, trustworthiness, privacy, and responsible deployment. (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 tooltip="A Survey on Medical Large Language Models: Technology, Application, Trustworthiness, and Future Directions"/>
                        </a:rPr>
                        <a:t>arXiv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9055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7642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388E5-ED86-7527-9ABC-137AAA7EF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A279-EC53-9E3E-C2F4-8D677AE84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mainly depend on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engines and general health websites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symptom information.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symptom checkers generally provide predefined questions and responses.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provide limited interaction and may not understand detailed natural-language descriptions.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applications may be required for symptom checking, consultation, and report preparation.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situations may not always be clearly highlighted to the user.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139431-5037-50CB-1EE4-226829AE8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822" y="430601"/>
            <a:ext cx="1178613" cy="106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71B5A2-17DA-3727-F498-3A00B989A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526" y="246981"/>
            <a:ext cx="960704" cy="102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9457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B6B57-AD00-421C-AA7C-2CCDBF48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FB649-6462-7CB7-B9F2-C5185D0EA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PERSONALIZATION-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information is not always considered during symptom analysis.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SYMPTOM DESCRIPTION-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may describe symptoms using different words and expressions.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CONVERSATION-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may provide only predefined responses.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INTEGRATION-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Authentication, symptom analysis, prediction and reporting may exist separately.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IDENTIFICATION-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symptoms require immediate attention and clear guidance.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B0DD60-2DB7-4695-A65F-3F78DEE04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54" y="210828"/>
            <a:ext cx="1178613" cy="106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2902F9-3982-8F61-D8BC-6C868014E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526" y="246981"/>
            <a:ext cx="960704" cy="102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9429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C1A68-6883-4897-D17D-333FE2369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A4A34-83ED-AA1F-BE25-D23CFB8D0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single platform for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profile management and medical assistance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symptoms using a simple conversational interface.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NLP to understand symptoms expressed in natural language.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an LLM to provide interactive responses and follow-up questions.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possible conditions and provides recommendations, reports, and emergency guidance.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4C0AE8-9446-667A-C464-6D029688B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54" y="210828"/>
            <a:ext cx="1178613" cy="106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7153B6-641C-4085-0792-A49BCD509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526" y="246981"/>
            <a:ext cx="960704" cy="102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8407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9CDA-AC61-85D7-87F5-AFFCD16A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A2FE54-E651-8DC1-6724-957C8B9003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928" y="1560448"/>
            <a:ext cx="10405872" cy="47946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694072-EBC5-8BF0-D413-C628D389E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54" y="210828"/>
            <a:ext cx="1178613" cy="106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17F0B9-910C-A318-27B5-6D25F5B88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526" y="246981"/>
            <a:ext cx="960704" cy="102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15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E60A3-38FE-E611-FFE6-9959FC1AF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845" y="365125"/>
            <a:ext cx="9497962" cy="1325563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 &amp; Patient Profile Management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4E8F7-86CA-8E0D-4DF1-A59DDAB19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735" y="1553497"/>
            <a:ext cx="6250859" cy="47021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secure access and maintain relevant patient information.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login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profile creation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information management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history storage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symptom/interaction history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update functionality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if required </a:t>
            </a:r>
          </a:p>
          <a:p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F3134B-D3DF-8484-2CDA-4C0A367E41AF}"/>
              </a:ext>
            </a:extLst>
          </p:cNvPr>
          <p:cNvSpPr txBox="1"/>
          <p:nvPr/>
        </p:nvSpPr>
        <p:spPr>
          <a:xfrm>
            <a:off x="6764594" y="2079522"/>
            <a:ext cx="53290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Input</a:t>
            </a:r>
          </a:p>
          <a:p>
            <a:pPr lvl="0"/>
            <a:r>
              <a:rPr lang="en-IN" dirty="0"/>
              <a:t>Name </a:t>
            </a:r>
          </a:p>
          <a:p>
            <a:pPr lvl="0"/>
            <a:r>
              <a:rPr lang="en-IN" dirty="0"/>
              <a:t>Age </a:t>
            </a:r>
          </a:p>
          <a:p>
            <a:pPr lvl="0"/>
            <a:r>
              <a:rPr lang="en-IN" dirty="0"/>
              <a:t>Gender </a:t>
            </a:r>
          </a:p>
          <a:p>
            <a:pPr lvl="0"/>
            <a:r>
              <a:rPr lang="en-IN" dirty="0"/>
              <a:t>Contact information </a:t>
            </a:r>
          </a:p>
          <a:p>
            <a:pPr lvl="0"/>
            <a:r>
              <a:rPr lang="en-IN" dirty="0"/>
              <a:t>Medical history </a:t>
            </a:r>
          </a:p>
          <a:p>
            <a:pPr lvl="0"/>
            <a:r>
              <a:rPr lang="en-IN" dirty="0"/>
              <a:t>Existing conditions </a:t>
            </a:r>
          </a:p>
          <a:p>
            <a:pPr lvl="0"/>
            <a:r>
              <a:rPr lang="en-IN" dirty="0"/>
              <a:t>Allergies </a:t>
            </a:r>
          </a:p>
          <a:p>
            <a:pPr lvl="0"/>
            <a:r>
              <a:rPr lang="en-IN" dirty="0"/>
              <a:t>Previous consultations 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6A72C1-9DB2-B09F-6C5A-9C903580A20D}"/>
              </a:ext>
            </a:extLst>
          </p:cNvPr>
          <p:cNvSpPr txBox="1"/>
          <p:nvPr/>
        </p:nvSpPr>
        <p:spPr>
          <a:xfrm>
            <a:off x="6695768" y="4778477"/>
            <a:ext cx="49824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patient profile that can be used by subsequent modules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740CE6-CE0C-914D-F610-C0373064C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526" y="246981"/>
            <a:ext cx="960704" cy="102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B5C270-039B-46EA-39E8-452CAFCB0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54" y="210828"/>
            <a:ext cx="1178613" cy="106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7037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257BF-3C71-5137-4BD1-EDCD56867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1 OUTPUT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A16D2C6-C087-E46D-B572-63CA6066B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5080" y="1911095"/>
            <a:ext cx="5635752" cy="39867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02FCA0-EBAC-D97E-403B-B496F2B00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54" y="210828"/>
            <a:ext cx="1178613" cy="106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34A555-FC0C-B4EC-8F65-F5048EF02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526" y="246981"/>
            <a:ext cx="960704" cy="102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EF423A-2D8E-90F7-9E56-F01BE6A377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" y="1911096"/>
            <a:ext cx="5961888" cy="398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340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70239-1504-CD89-0DC2-BDFD4D682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399" y="365125"/>
            <a:ext cx="9060127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Symptom Collection &amp; NLP-Based Understanding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9801C-1B39-72EF-6EBC-126CE8B80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723" y="1258529"/>
            <a:ext cx="5466736" cy="444418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symptom collection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Natural-language input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Named Entity Recognition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 identification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and duration extraction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understanding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Follow-up questions for missing information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A44EFA-0C09-313C-FA98-AD29A6994855}"/>
              </a:ext>
            </a:extLst>
          </p:cNvPr>
          <p:cNvSpPr txBox="1"/>
          <p:nvPr/>
        </p:nvSpPr>
        <p:spPr>
          <a:xfrm>
            <a:off x="7462684" y="1690688"/>
            <a:ext cx="405088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 have been having a severe headache and fever for two days."</a:t>
            </a:r>
          </a:p>
          <a:p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Output:</a:t>
            </a:r>
            <a:endParaRPr lang="en-IN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Symptom: Headache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Severity: Severe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Symptom: Fever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Duration: 2 days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structured information is passed to the LLM and Disease Prediction Engine.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6B9339-BF31-4C0B-9A04-E8302C226F57}"/>
              </a:ext>
            </a:extLst>
          </p:cNvPr>
          <p:cNvSpPr txBox="1"/>
          <p:nvPr/>
        </p:nvSpPr>
        <p:spPr>
          <a:xfrm>
            <a:off x="1676400" y="5899355"/>
            <a:ext cx="105156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</a:p>
          <a:p>
            <a:r>
              <a:rPr lang="en-IN" b="1" dirty="0"/>
              <a:t>User Input → Text Processing → NLP → Symptom Extraction → Structured Symptoms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80EF20-01B3-6CA3-D7B6-59FC36184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526" y="246981"/>
            <a:ext cx="960704" cy="102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9489BA-8597-8CC2-5403-36D59C4BF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54" y="210828"/>
            <a:ext cx="1178613" cy="106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4676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9AD04-BB87-CEF2-F5FE-A8FA68ABE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01346-CD8D-44D3-E215-AAB18C32E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2 OUTPUT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2CEE210-3954-BF24-9E2C-B143DC6647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1832" y="1430336"/>
            <a:ext cx="10411968" cy="51806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35EF56-DBBE-0E61-C207-311E35AA7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54" y="210828"/>
            <a:ext cx="1178613" cy="106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FF974C-5C64-5DB4-1F76-94D4A3599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526" y="246981"/>
            <a:ext cx="960704" cy="102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6237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D9D38-1064-C215-2C28-3BFA90C5B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0077" y="210827"/>
            <a:ext cx="7580671" cy="1479861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LLM-Based Medical Chatbot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1FC85-790E-F037-0826-8993A78AC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6788"/>
            <a:ext cx="4756356" cy="4230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</a:t>
            </a:r>
            <a:endParaRPr lang="en-IN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Natural-language conversation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responses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Follow-up questions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information explanation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chatbot interaction</a:t>
            </a:r>
            <a:r>
              <a:rPr lang="en-IN" dirty="0"/>
              <a:t> 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E06CF8-261D-6217-F438-698DCFCD0DE4}"/>
              </a:ext>
            </a:extLst>
          </p:cNvPr>
          <p:cNvSpPr txBox="1"/>
          <p:nvPr/>
        </p:nvSpPr>
        <p:spPr>
          <a:xfrm>
            <a:off x="6017342" y="1779638"/>
            <a:ext cx="508082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/>
              <a:t>LLM:</a:t>
            </a:r>
            <a:r>
              <a:rPr lang="en-IN" dirty="0"/>
              <a:t> GPT / Llama / other suitable LLM </a:t>
            </a:r>
          </a:p>
          <a:p>
            <a:pPr lvl="0"/>
            <a:r>
              <a:rPr lang="en-IN" b="1" dirty="0"/>
              <a:t>Framework:</a:t>
            </a:r>
            <a:r>
              <a:rPr lang="en-IN" dirty="0"/>
              <a:t> </a:t>
            </a:r>
            <a:r>
              <a:rPr lang="en-IN" dirty="0" err="1"/>
              <a:t>LangChain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Backend:</a:t>
            </a:r>
            <a:r>
              <a:rPr lang="en-IN" dirty="0"/>
              <a:t> Python </a:t>
            </a:r>
          </a:p>
          <a:p>
            <a:pPr lvl="0"/>
            <a:r>
              <a:rPr lang="en-IN" b="1" dirty="0"/>
              <a:t>API:</a:t>
            </a:r>
            <a:r>
              <a:rPr lang="en-IN" dirty="0"/>
              <a:t> REST API </a:t>
            </a:r>
          </a:p>
          <a:p>
            <a:pPr lvl="0"/>
            <a:r>
              <a:rPr lang="en-IN" b="1" dirty="0"/>
              <a:t>Prompt Engineering:</a:t>
            </a:r>
            <a:r>
              <a:rPr lang="en-IN" dirty="0"/>
              <a:t> Structured medical prompts </a:t>
            </a:r>
          </a:p>
          <a:p>
            <a:pPr lvl="0"/>
            <a:r>
              <a:rPr lang="en-IN" b="1" dirty="0"/>
              <a:t>Knowledge Retrieval:</a:t>
            </a:r>
            <a:r>
              <a:rPr lang="en-IN" dirty="0"/>
              <a:t> RAG (Retrieval-Augmented Generation) </a:t>
            </a:r>
          </a:p>
          <a:p>
            <a:pPr lvl="0"/>
            <a:r>
              <a:rPr lang="en-IN" b="1" dirty="0"/>
              <a:t>Vector Database:</a:t>
            </a:r>
            <a:r>
              <a:rPr lang="en-IN" dirty="0"/>
              <a:t> FAISS / </a:t>
            </a:r>
            <a:r>
              <a:rPr lang="en-IN" dirty="0" err="1"/>
              <a:t>ChromaDB</a:t>
            </a:r>
            <a:r>
              <a:rPr lang="en-IN" dirty="0"/>
              <a:t> 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01684-B2E8-2425-CC2A-27C97DED6D6A}"/>
              </a:ext>
            </a:extLst>
          </p:cNvPr>
          <p:cNvSpPr txBox="1"/>
          <p:nvPr/>
        </p:nvSpPr>
        <p:spPr>
          <a:xfrm>
            <a:off x="1779639" y="5250426"/>
            <a:ext cx="795429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endParaRPr lang="en-IN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Query → NLP → RAG/Medical Knowledge → LLM → Response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B6820E-4934-4B5E-4A33-78A55EBD6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526" y="246981"/>
            <a:ext cx="960704" cy="102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478B4A-FD17-371B-2CC1-D4F602228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54" y="210828"/>
            <a:ext cx="1178613" cy="106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7005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CFB86-82A9-2AB3-5734-5BD9A1917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67244-1D27-73BB-D470-09A98ECDC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3 OUTPUT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5AD8B49-5CEC-C184-4325-0E5BF887C3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6736" y="1690689"/>
            <a:ext cx="9610344" cy="47101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B878B8-A896-D8D4-CEBF-0702FE5EB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54" y="210828"/>
            <a:ext cx="1178613" cy="106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79C05F-975B-D2AD-FA14-C5E2E8F55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526" y="246981"/>
            <a:ext cx="960704" cy="102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5112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A5851-E43B-1B29-A5DF-DF07C16B9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247" y="365125"/>
            <a:ext cx="8820638" cy="1325563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Disease Prediction &amp; Recommendation Engine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AD42C-AF19-E646-B07C-E0A6F4A86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61" y="1789471"/>
            <a:ext cx="4444182" cy="32446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</a:t>
            </a:r>
            <a:endParaRPr lang="en-IN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extracted symptoms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possible diseases/conditions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risk/confidence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personalized recommendations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appropriate next steps 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B6428-8427-92A9-7259-DD41B314D0DA}"/>
              </a:ext>
            </a:extLst>
          </p:cNvPr>
          <p:cNvSpPr txBox="1"/>
          <p:nvPr/>
        </p:nvSpPr>
        <p:spPr>
          <a:xfrm>
            <a:off x="5407744" y="1926601"/>
            <a:ext cx="5820695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b="1" dirty="0"/>
              <a:t>Machine Learning:</a:t>
            </a:r>
            <a:r>
              <a:rPr lang="en-IN" sz="2000" dirty="0"/>
              <a:t> Scikit-learn </a:t>
            </a:r>
          </a:p>
          <a:p>
            <a:pPr lvl="0"/>
            <a:r>
              <a:rPr lang="en-IN" sz="2000" b="1" dirty="0"/>
              <a:t>Models:</a:t>
            </a:r>
            <a:r>
              <a:rPr lang="en-IN" sz="2000" dirty="0"/>
              <a:t> Random Forest / Decision Tree / </a:t>
            </a:r>
            <a:r>
              <a:rPr lang="en-IN" sz="2000" dirty="0" err="1"/>
              <a:t>XGBoost</a:t>
            </a:r>
            <a:r>
              <a:rPr lang="en-IN" sz="2000" dirty="0"/>
              <a:t> </a:t>
            </a:r>
          </a:p>
          <a:p>
            <a:pPr lvl="0"/>
            <a:r>
              <a:rPr lang="en-IN" sz="2000" b="1" dirty="0"/>
              <a:t>Deep Learning:</a:t>
            </a:r>
            <a:r>
              <a:rPr lang="en-IN" sz="2000" dirty="0"/>
              <a:t> </a:t>
            </a:r>
            <a:r>
              <a:rPr lang="en-IN" sz="2000" dirty="0" err="1"/>
              <a:t>PyTorch</a:t>
            </a:r>
            <a:r>
              <a:rPr lang="en-IN" sz="2000" dirty="0"/>
              <a:t> </a:t>
            </a:r>
          </a:p>
          <a:p>
            <a:pPr lvl="0"/>
            <a:r>
              <a:rPr lang="en-IN" sz="2000" b="1" dirty="0"/>
              <a:t>Data Processing:</a:t>
            </a:r>
            <a:r>
              <a:rPr lang="en-IN" sz="2000" dirty="0"/>
              <a:t> Pandas, NumPy </a:t>
            </a:r>
          </a:p>
          <a:p>
            <a:pPr lvl="0"/>
            <a:r>
              <a:rPr lang="en-IN" sz="2000" b="1" dirty="0"/>
              <a:t>Feature Engineering:</a:t>
            </a:r>
            <a:r>
              <a:rPr lang="en-IN" sz="2000" dirty="0"/>
              <a:t> Python </a:t>
            </a:r>
          </a:p>
          <a:p>
            <a:pPr lvl="0"/>
            <a:r>
              <a:rPr lang="en-IN" sz="2000" b="1" dirty="0"/>
              <a:t>Recommendation Engine:</a:t>
            </a:r>
            <a:r>
              <a:rPr lang="en-IN" sz="2000" dirty="0"/>
              <a:t> Rule-based + ML approach </a:t>
            </a:r>
          </a:p>
          <a:p>
            <a:pPr lvl="0"/>
            <a:r>
              <a:rPr lang="en-IN" sz="2000" b="1" dirty="0"/>
              <a:t>Medical Dataset:</a:t>
            </a:r>
            <a:r>
              <a:rPr lang="en-IN" sz="2000" dirty="0"/>
              <a:t> Structured symptom-disease dataset 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A32A95-16CD-6665-70C8-AC32AFF43A2B}"/>
              </a:ext>
            </a:extLst>
          </p:cNvPr>
          <p:cNvSpPr txBox="1"/>
          <p:nvPr/>
        </p:nvSpPr>
        <p:spPr>
          <a:xfrm>
            <a:off x="1332270" y="4931399"/>
            <a:ext cx="972902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Symptoms → Feature Extraction → ML Model → Possible Conditions → Recommendation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355926-A3BB-9C28-31BD-BA2E69AA6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54" y="210828"/>
            <a:ext cx="1178613" cy="106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ED60C2-6404-3689-F204-7AD7874E8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526" y="246981"/>
            <a:ext cx="960704" cy="102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735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3A05C-9D84-B260-DE7F-4585CBB82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5A8F8-8A9B-BF3E-0FB4-0A6058A79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4 OUTPUT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1B058A6-E8A4-1C64-2453-E5B4459602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4136" y="1690688"/>
            <a:ext cx="8196016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5EAB87-3ACF-FB1B-7701-38A0D1545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54" y="210828"/>
            <a:ext cx="1178613" cy="106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E1B5A1-67EB-0CD1-249E-493852A78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526" y="246981"/>
            <a:ext cx="960704" cy="102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9290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FC78-BB00-A58C-B19B-2D3B9C35D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867" y="432619"/>
            <a:ext cx="8957818" cy="125806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 – Report Generation &amp; Emergency Assistance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DAFB5-8C29-AFB4-10C1-0011B0C86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226" y="2015613"/>
            <a:ext cx="4906298" cy="29201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</a:t>
            </a:r>
            <a:endParaRPr lang="en-IN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patient interaction reports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 symptoms and chatbot conversation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consultation history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potentially critical symptoms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emergency-oriented guidance 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F08DED-B71E-9865-87D0-04C410BA9627}"/>
              </a:ext>
            </a:extLst>
          </p:cNvPr>
          <p:cNvSpPr txBox="1"/>
          <p:nvPr/>
        </p:nvSpPr>
        <p:spPr>
          <a:xfrm>
            <a:off x="5889524" y="2015613"/>
            <a:ext cx="59485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/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ReportLab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Flask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/ MongoDB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Detection: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Rule-based system + ML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Email/SMS API, if implemented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React.js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221941-A34F-D918-C392-4BFA1D9C27FB}"/>
              </a:ext>
            </a:extLst>
          </p:cNvPr>
          <p:cNvSpPr txBox="1"/>
          <p:nvPr/>
        </p:nvSpPr>
        <p:spPr>
          <a:xfrm>
            <a:off x="1288026" y="5260720"/>
            <a:ext cx="994041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endParaRPr lang="en-IN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Data + Symptoms + Prediction → Report Generator → PDF Report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Symptoms → Emergency Detection → Alert / Urgent Guidance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46B235-058C-3C87-55F3-0EA54BE6D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526" y="246981"/>
            <a:ext cx="960704" cy="102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202F48-D7E2-3D75-20B7-CBDDBB72C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54" y="210828"/>
            <a:ext cx="1178613" cy="106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183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DFE34-E339-6086-A400-10E158D75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FEFB9-446B-13E1-9116-BFB8BD1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5 OUTPUT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D58D20B-9CB7-0A5A-12C9-08E054C44E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8800" y="1844985"/>
            <a:ext cx="5891728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FA0A66-155D-997B-7A55-3B4659C29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54" y="210828"/>
            <a:ext cx="1178613" cy="106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071EE2-2683-049D-B716-76667012D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526" y="246981"/>
            <a:ext cx="960704" cy="102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F8ED96-257C-F43B-277D-013AB562E9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1844986"/>
            <a:ext cx="53858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924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71540-85BF-CAE8-2AC7-2C2829BA3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99071-8149-C75C-0B42-9BBFD1DEE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897" y="9872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37E4-DE58-2A8A-4AA8-3FBB9CE86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543"/>
            <a:ext cx="10515600" cy="5038475"/>
          </a:xfrm>
        </p:spPr>
        <p:txBody>
          <a:bodyPr>
            <a:normAutofit fontScale="92500" lnSpcReduction="10000"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implemented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user authentication and patient profile management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storing essential user information.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NLP-based symptom analysis identifies important symptoms from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natural-language descriptions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provided by the user.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LLM-based chatbot provides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and understandable medical information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user queries.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prediction, recommendations, report generation, and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symptom detection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integrated into the system.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MediAssist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healthcare support platform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preliminary assessment and assistance, while professional medical consultation remains essential.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FCB167-87B1-7916-4F6C-A3DF4DAC1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54" y="210828"/>
            <a:ext cx="1178613" cy="106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6088A0-4BA1-8F40-2106-4FF26812C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526" y="246981"/>
            <a:ext cx="960704" cy="102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8928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20F5-BBC2-F54E-CB95-541D198BC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15EF7-D144-E8FC-C986-248E131E6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devices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collect real-time health parameters.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regional languages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accessibility.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hospital/clinic systems for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consultation and appointment booking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disease prediction using larger and more diverse medical datasets.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interaction and advanced emergency detection for faster assistance.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3F0A18-C899-4003-BAD7-ED713E979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54" y="210828"/>
            <a:ext cx="1178613" cy="106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514843-15CA-D81C-DBD3-F56B3F43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526" y="246981"/>
            <a:ext cx="960704" cy="102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7876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5F300-EEFD-3EA8-3D86-9B5D66ACD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4ABFE-0CC4-F046-1498-E119F1DFE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Wallace, W., Chan, C., Chidambaram, S., et al.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(2022).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diagnostic and triage accuracy of digital and online symptom checker tools: A systematic review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npj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Medicine, 5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118. DOI: 10.1038/s41746-022-00667-w. 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Yang, X.,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PourNejatian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N., Shin, H. C., et al.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(2022).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GatorTron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Large Language Model for Clinical Natural Language Processing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DOI: 10.1101/2022.02.27.22271257. 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Singhal, K., Tu, T.,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Gottweis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et al.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(2023).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Towards Expert-Level Medical Question Answering with Large Language Models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arXiv:2305.09617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Nastasi, A. J., Courtright, K. R., Halpern, S. D., &amp; Weissman, G. E.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(2023).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vignette-based evaluation of ChatGPT’s ability to provide appropriate and equitable medical advice across care contexts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Reports, 13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17885. DOI: 10.1038/s41598-023-45223-y. 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Liu, L., Yang, X., Lei, J., et al.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Survey on Medical Large Language Models: Technology, Application, Trustworthiness, and Future Directions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arXiv:2406.03712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F16B14-3830-F569-E3E2-F8728ACFE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54" y="210828"/>
            <a:ext cx="1178613" cy="106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034667-012E-18F7-846D-036B0C49E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526" y="246981"/>
            <a:ext cx="960704" cy="102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2623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60984-4774-022D-EDC7-4CB473AF7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5701A-9AB8-9A74-A878-34442D460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96901"/>
            <a:ext cx="10515600" cy="194454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>
                <a:latin typeface="Algerian" panose="04020705040A02060702" pitchFamily="82" charset="0"/>
              </a:rPr>
              <a:t>THANKYOU</a:t>
            </a:r>
            <a:endParaRPr lang="en-IN" sz="72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90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209</TotalTime>
  <Words>1524</Words>
  <Application>Microsoft Office PowerPoint</Application>
  <PresentationFormat>Widescreen</PresentationFormat>
  <Paragraphs>195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Algerian</vt:lpstr>
      <vt:lpstr>Arial</vt:lpstr>
      <vt:lpstr>Calibri</vt:lpstr>
      <vt:lpstr>Calibri Light</vt:lpstr>
      <vt:lpstr>Times New Roman</vt:lpstr>
      <vt:lpstr>Wingdings</vt:lpstr>
      <vt:lpstr>Office Theme</vt:lpstr>
      <vt:lpstr>MediAssist: Intelligent Medical Chatbot Using Large Language Models and NLP</vt:lpstr>
      <vt:lpstr>ABSTRACT</vt:lpstr>
      <vt:lpstr>INTRODUCTION</vt:lpstr>
      <vt:lpstr>LITERATURE REVIEW</vt:lpstr>
      <vt:lpstr>EXISTING SYSTEM</vt:lpstr>
      <vt:lpstr>PROBLEM IDENTIFICATION</vt:lpstr>
      <vt:lpstr>PROPOSED SYSTEM</vt:lpstr>
      <vt:lpstr>SYSTEM ARCHITECTURE</vt:lpstr>
      <vt:lpstr>Module 1: User Authentication &amp; Patient Profile Management </vt:lpstr>
      <vt:lpstr> MODULE 1 OUTPUT</vt:lpstr>
      <vt:lpstr>Module 2: Symptom Collection &amp; NLP-Based Understanding</vt:lpstr>
      <vt:lpstr> MODULE 2 OUTPUT</vt:lpstr>
      <vt:lpstr>Module 3 – LLM-Based Medical Chatbot</vt:lpstr>
      <vt:lpstr> MODULE 3 OUTPUT</vt:lpstr>
      <vt:lpstr>Module 4 – Disease Prediction &amp; Recommendation Engine</vt:lpstr>
      <vt:lpstr> MODULE 4 OUTPUT</vt:lpstr>
      <vt:lpstr>Module 5 – Report Generation &amp; Emergency Assistance </vt:lpstr>
      <vt:lpstr> MODULE 5 OUTPUT</vt:lpstr>
      <vt:lpstr>RESULTS &amp; CONCLUSION</vt:lpstr>
      <vt:lpstr>FUTURE ENHANCEMENTS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Rieona J</cp:lastModifiedBy>
  <cp:revision>6</cp:revision>
  <dcterms:created xsi:type="dcterms:W3CDTF">2026-08-12T16:44:29Z</dcterms:created>
  <dcterms:modified xsi:type="dcterms:W3CDTF">2026-08-25T04:12:30Z</dcterms:modified>
</cp:coreProperties>
</file>